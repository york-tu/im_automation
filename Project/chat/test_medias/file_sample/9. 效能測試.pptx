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7t0rrbUc1G+wysLJRWmAVYVhQ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3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cca7c72a7d_0_86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2cca7c72a7d_0_86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ca7c72a7d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2cca7c72a7d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cca7c72a7d_0_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2cca7c72a7d_0_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cca7c72a7d_0_7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2cca7c72a7d_0_7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cca7c72a7d_0_8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2cca7c72a7d_0_8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cca7c72a7d_0_8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2cca7c72a7d_0_8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cca7c72a7d_0_9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2cca7c72a7d_0_9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ca7c72a7d_0_9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cca7c72a7d_0_9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cca7c72a7d_0_10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cca7c72a7d_0_10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cca7c72a7d_0_10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2cca7c72a7d_0_10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cca7c72a7d_0_1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2cca7c72a7d_0_1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cca7c72a7d_0_1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cca7c72a7d_0_1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3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2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2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2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8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3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4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4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4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4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64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4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cca7c72a7d_0_873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2cca7c72a7d_0_873"/>
          <p:cNvSpPr txBox="1"/>
          <p:nvPr>
            <p:ph idx="1" type="subTitle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ca7c72a7d_0_87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2cca7c72a7d_0_876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ca7c72a7d_0_879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2cca7c72a7d_0_879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2cca7c72a7d_0_879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cca7c72a7d_0_883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cca7c72a7d_0_885"/>
          <p:cNvSpPr txBox="1"/>
          <p:nvPr>
            <p:ph idx="1" type="subTitle"/>
          </p:nvPr>
        </p:nvSpPr>
        <p:spPr>
          <a:xfrm>
            <a:off x="609480" y="273600"/>
            <a:ext cx="10972500" cy="53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ca7c72a7d_0_887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2cca7c72a7d_0_887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2cca7c72a7d_0_887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2cca7c72a7d_0_887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ca7c72a7d_0_89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2cca7c72a7d_0_892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2cca7c72a7d_0_892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2cca7c72a7d_0_892"/>
          <p:cNvSpPr txBox="1"/>
          <p:nvPr>
            <p:ph idx="3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cca7c72a7d_0_897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2cca7c72a7d_0_897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2cca7c72a7d_0_897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2cca7c72a7d_0_897"/>
          <p:cNvSpPr txBox="1"/>
          <p:nvPr>
            <p:ph idx="3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cca7c72a7d_0_90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2cca7c72a7d_0_902"/>
          <p:cNvSpPr txBox="1"/>
          <p:nvPr>
            <p:ph idx="1" type="body"/>
          </p:nvPr>
        </p:nvSpPr>
        <p:spPr>
          <a:xfrm>
            <a:off x="609480" y="160452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2cca7c72a7d_0_902"/>
          <p:cNvSpPr txBox="1"/>
          <p:nvPr>
            <p:ph idx="2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cca7c72a7d_0_90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2cca7c72a7d_0_906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2cca7c72a7d_0_906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2cca7c72a7d_0_906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2cca7c72a7d_0_906"/>
          <p:cNvSpPr txBox="1"/>
          <p:nvPr>
            <p:ph idx="4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ca7c72a7d_0_91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2cca7c72a7d_0_912"/>
          <p:cNvSpPr txBox="1"/>
          <p:nvPr>
            <p:ph idx="1" type="body"/>
          </p:nvPr>
        </p:nvSpPr>
        <p:spPr>
          <a:xfrm>
            <a:off x="60948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2cca7c72a7d_0_912"/>
          <p:cNvSpPr txBox="1"/>
          <p:nvPr>
            <p:ph idx="2" type="body"/>
          </p:nvPr>
        </p:nvSpPr>
        <p:spPr>
          <a:xfrm>
            <a:off x="431964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2cca7c72a7d_0_912"/>
          <p:cNvSpPr txBox="1"/>
          <p:nvPr>
            <p:ph idx="3" type="body"/>
          </p:nvPr>
        </p:nvSpPr>
        <p:spPr>
          <a:xfrm>
            <a:off x="802980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2cca7c72a7d_0_912"/>
          <p:cNvSpPr txBox="1"/>
          <p:nvPr>
            <p:ph idx="4" type="body"/>
          </p:nvPr>
        </p:nvSpPr>
        <p:spPr>
          <a:xfrm>
            <a:off x="60948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2cca7c72a7d_0_912"/>
          <p:cNvSpPr txBox="1"/>
          <p:nvPr>
            <p:ph idx="5" type="body"/>
          </p:nvPr>
        </p:nvSpPr>
        <p:spPr>
          <a:xfrm>
            <a:off x="431964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2cca7c72a7d_0_912"/>
          <p:cNvSpPr txBox="1"/>
          <p:nvPr>
            <p:ph idx="6" type="body"/>
          </p:nvPr>
        </p:nvSpPr>
        <p:spPr>
          <a:xfrm>
            <a:off x="802980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2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cca7c72a7d_0_869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9" name="Google Shape;109;g2cca7c72a7d_0_869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jmeter.apache.org/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doptium.net/temurin/releases/" TargetMode="External"/><Relationship Id="rId4" Type="http://schemas.openxmlformats.org/officeDocument/2006/relationships/hyperlink" Target="https://jmeter.apache.org/download_jmeter.cgi" TargetMode="External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hrome.google.com/webstore/detail/blazemeter-the-continuous/mbopgmdnpcbohhpnfglgohlbhfongabi?hl=zh-TW" TargetMode="External"/><Relationship Id="rId4" Type="http://schemas.openxmlformats.org/officeDocument/2006/relationships/hyperlink" Target="https://www.blazemeter.co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>
            <p:ph idx="4294967295" type="body"/>
          </p:nvPr>
        </p:nvSpPr>
        <p:spPr>
          <a:xfrm>
            <a:off x="8911080" y="5142240"/>
            <a:ext cx="3171960" cy="795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zh-TW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Jason Chen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zh-TW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zh-TW" sz="2000"/>
              <a:t>4</a:t>
            </a:r>
            <a:r>
              <a:rPr b="0" i="0" lang="zh-TW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/0</a:t>
            </a:r>
            <a:r>
              <a:rPr lang="zh-TW" sz="2000"/>
              <a:t>4</a:t>
            </a:r>
            <a:r>
              <a:rPr b="0" i="0" lang="zh-TW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zh-TW" sz="2000"/>
              <a:t>17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>
            <p:ph idx="4294967295" type="title"/>
          </p:nvPr>
        </p:nvSpPr>
        <p:spPr>
          <a:xfrm>
            <a:off x="892080" y="3818160"/>
            <a:ext cx="10514160" cy="84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zh-TW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效能測試</a:t>
            </a:r>
            <a:r>
              <a:rPr b="1" lang="zh-TW" sz="5000">
                <a:solidFill>
                  <a:schemeClr val="dk1"/>
                </a:solidFill>
              </a:rPr>
              <a:t>入門</a:t>
            </a:r>
            <a:endParaRPr b="0" i="0" sz="5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cca7c72a7d_0_865"/>
          <p:cNvSpPr txBox="1"/>
          <p:nvPr>
            <p:ph idx="4294967295" type="title"/>
          </p:nvPr>
        </p:nvSpPr>
        <p:spPr>
          <a:xfrm>
            <a:off x="5153040" y="3592440"/>
            <a:ext cx="65154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zh-TW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II : 效能測試</a:t>
            </a:r>
            <a:r>
              <a:rPr b="1" lang="zh-TW" sz="4000">
                <a:solidFill>
                  <a:srgbClr val="FFFFFF"/>
                </a:solidFill>
              </a:rPr>
              <a:t>工具</a:t>
            </a:r>
            <a:r>
              <a:rPr b="1" i="0" lang="zh-TW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簡介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工具介紹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JMeter / BlazeMeter</a:t>
            </a:r>
            <a:endParaRPr sz="2800"/>
          </a:p>
          <a:p>
            <a:pPr indent="0" lvl="0" marL="13716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動手練習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建立簡易腳本</a:t>
            </a:r>
            <a:endParaRPr sz="2800"/>
          </a:p>
        </p:txBody>
      </p:sp>
      <p:sp>
        <p:nvSpPr>
          <p:cNvPr id="174" name="Google Shape;174;p5"/>
          <p:cNvSpPr txBox="1"/>
          <p:nvPr>
            <p:ph idx="4294967295" type="title"/>
          </p:nvPr>
        </p:nvSpPr>
        <p:spPr>
          <a:xfrm>
            <a:off x="1312560" y="405000"/>
            <a:ext cx="7686360" cy="63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zh-TW" sz="4000">
                <a:solidFill>
                  <a:srgbClr val="FFFFFF"/>
                </a:solidFill>
              </a:rPr>
              <a:t>In This Part ...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ca7c72a7d_0_6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open source software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a 100% pure Java application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designed to load test functional behavior and measure performance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originally designed for testing Web Applications but has since expanded to other test functions</a:t>
            </a:r>
            <a:endParaRPr sz="2800"/>
          </a:p>
          <a:p>
            <a:pPr indent="0" lvl="0" marL="9144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lang="zh-TW" sz="2800" u="sng">
                <a:solidFill>
                  <a:schemeClr val="hlink"/>
                </a:solidFill>
                <a:hlinkClick r:id="rId3"/>
              </a:rPr>
              <a:t>https://jmeter.apache.org/</a:t>
            </a:r>
            <a:endParaRPr sz="2800"/>
          </a:p>
        </p:txBody>
      </p:sp>
      <p:sp>
        <p:nvSpPr>
          <p:cNvPr id="180" name="Google Shape;180;g2cca7c72a7d_0_6"/>
          <p:cNvSpPr txBox="1"/>
          <p:nvPr>
            <p:ph idx="4294967295" type="title"/>
          </p:nvPr>
        </p:nvSpPr>
        <p:spPr>
          <a:xfrm>
            <a:off x="1312560" y="405000"/>
            <a:ext cx="7686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zh-TW" sz="4000">
                <a:solidFill>
                  <a:srgbClr val="FFFFFF"/>
                </a:solidFill>
              </a:rPr>
              <a:t>Apache JMeter™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2cca7c72a7d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9010" y="4368725"/>
            <a:ext cx="24765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ca7c72a7d_0_11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Requires Java 8+</a:t>
            </a:r>
            <a:endParaRPr sz="2800"/>
          </a:p>
          <a:p>
            <a:pPr indent="0" lvl="0" marL="9144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lang="zh-TW" sz="2800" u="sng">
                <a:solidFill>
                  <a:schemeClr val="hlink"/>
                </a:solidFill>
                <a:hlinkClick r:id="rId3"/>
              </a:rPr>
              <a:t>https://adoptium.net/temurin/releases/</a:t>
            </a:r>
            <a:endParaRPr sz="2800"/>
          </a:p>
          <a:p>
            <a:pPr indent="0" lvl="0" marL="4572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Download Apache JMeter 5.6.3 (current version)</a:t>
            </a:r>
            <a:endParaRPr sz="2800"/>
          </a:p>
          <a:p>
            <a:pPr indent="0" lvl="0" marL="9144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lang="zh-TW" sz="2800" u="sng">
                <a:solidFill>
                  <a:schemeClr val="hlink"/>
                </a:solidFill>
                <a:hlinkClick r:id="rId4"/>
              </a:rPr>
              <a:t>https://jmeter.apache.org/download_jmeter.cgi</a:t>
            </a:r>
            <a:endParaRPr sz="2800"/>
          </a:p>
          <a:p>
            <a:pPr indent="0" lvl="0" marL="9144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87" name="Google Shape;187;g2cca7c72a7d_0_11"/>
          <p:cNvSpPr txBox="1"/>
          <p:nvPr>
            <p:ph idx="4294967295" type="title"/>
          </p:nvPr>
        </p:nvSpPr>
        <p:spPr>
          <a:xfrm>
            <a:off x="1312560" y="405000"/>
            <a:ext cx="7686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zh-TW" sz="4000">
                <a:solidFill>
                  <a:srgbClr val="FFFFFF"/>
                </a:solidFill>
              </a:rPr>
              <a:t>Acquire JMeter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2cca7c72a7d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9350" y="4384725"/>
            <a:ext cx="3722450" cy="23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cca7c72a7d_0_79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Configure PATH</a:t>
            </a:r>
            <a:endParaRPr sz="2800"/>
          </a:p>
        </p:txBody>
      </p:sp>
      <p:sp>
        <p:nvSpPr>
          <p:cNvPr id="194" name="Google Shape;194;g2cca7c72a7d_0_79"/>
          <p:cNvSpPr txBox="1"/>
          <p:nvPr>
            <p:ph idx="4294967295" type="title"/>
          </p:nvPr>
        </p:nvSpPr>
        <p:spPr>
          <a:xfrm>
            <a:off x="1312560" y="405000"/>
            <a:ext cx="7686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zh-TW" sz="4000">
                <a:solidFill>
                  <a:srgbClr val="FFFFFF"/>
                </a:solidFill>
              </a:rPr>
              <a:t>Run JMeter in GUI Mode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2cca7c72a7d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650" y="2185150"/>
            <a:ext cx="2875125" cy="30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2cca7c72a7d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0575" y="1440000"/>
            <a:ext cx="7593524" cy="53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2cca7c72a7d_0_79"/>
          <p:cNvSpPr/>
          <p:nvPr/>
        </p:nvSpPr>
        <p:spPr>
          <a:xfrm>
            <a:off x="10390600" y="2869575"/>
            <a:ext cx="756300" cy="22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2cca7c72a7d_0_79"/>
          <p:cNvSpPr/>
          <p:nvPr/>
        </p:nvSpPr>
        <p:spPr>
          <a:xfrm>
            <a:off x="8916550" y="4741650"/>
            <a:ext cx="1215000" cy="22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2cca7c72a7d_0_79"/>
          <p:cNvSpPr/>
          <p:nvPr/>
        </p:nvSpPr>
        <p:spPr>
          <a:xfrm>
            <a:off x="1610100" y="4969650"/>
            <a:ext cx="2181600" cy="22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2cca7c72a7d_0_79"/>
          <p:cNvSpPr/>
          <p:nvPr/>
        </p:nvSpPr>
        <p:spPr>
          <a:xfrm>
            <a:off x="4248800" y="4642425"/>
            <a:ext cx="3096000" cy="22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2cca7c72a7d_0_79"/>
          <p:cNvSpPr/>
          <p:nvPr/>
        </p:nvSpPr>
        <p:spPr>
          <a:xfrm>
            <a:off x="5892950" y="5147075"/>
            <a:ext cx="756300" cy="270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2cca7c72a7d_0_79"/>
          <p:cNvSpPr/>
          <p:nvPr/>
        </p:nvSpPr>
        <p:spPr>
          <a:xfrm>
            <a:off x="7588925" y="6293975"/>
            <a:ext cx="3164100" cy="22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cca7c72a7d_0_84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Edit jmeter file</a:t>
            </a:r>
            <a:endParaRPr sz="2800"/>
          </a:p>
          <a:p>
            <a:pPr indent="-4064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zh-TW" sz="2800">
                <a:solidFill>
                  <a:schemeClr val="dk1"/>
                </a:solidFill>
              </a:rPr>
              <a:t>(Win) /bin/jmeter.bat</a:t>
            </a:r>
            <a:endParaRPr sz="2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</a:rPr>
              <a:t>(Unix like) /bin/jmeter</a:t>
            </a:r>
            <a:endParaRPr sz="2800">
              <a:solidFill>
                <a:schemeClr val="dk1"/>
              </a:solidFill>
            </a:endParaRPr>
          </a:p>
          <a:p>
            <a:pPr indent="-406400" lvl="1" marL="1371600" rtl="0" algn="l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zh-TW" sz="2800">
                <a:solidFill>
                  <a:schemeClr val="dk1"/>
                </a:solidFill>
              </a:rPr>
              <a:t>bin/jmeter.properties</a:t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Run jmeter</a:t>
            </a:r>
            <a:endParaRPr sz="2800"/>
          </a:p>
          <a:p>
            <a:pPr indent="-4064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zh-TW" sz="2800">
                <a:solidFill>
                  <a:schemeClr val="dk1"/>
                </a:solidFill>
              </a:rPr>
              <a:t>(Win) &gt;jmeter</a:t>
            </a:r>
            <a:endParaRPr sz="2800">
              <a:solidFill>
                <a:schemeClr val="dk1"/>
              </a:solidFill>
            </a:endParaRPr>
          </a:p>
          <a:p>
            <a:pPr indent="-4064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zh-TW" sz="2800">
                <a:solidFill>
                  <a:schemeClr val="dk1"/>
                </a:solidFill>
              </a:rPr>
              <a:t>(Unix like) &gt;./jmeter</a:t>
            </a:r>
            <a:endParaRPr sz="2800"/>
          </a:p>
        </p:txBody>
      </p:sp>
      <p:sp>
        <p:nvSpPr>
          <p:cNvPr id="208" name="Google Shape;208;g2cca7c72a7d_0_84"/>
          <p:cNvSpPr txBox="1"/>
          <p:nvPr>
            <p:ph idx="4294967295" type="title"/>
          </p:nvPr>
        </p:nvSpPr>
        <p:spPr>
          <a:xfrm>
            <a:off x="1312560" y="405000"/>
            <a:ext cx="7686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zh-TW" sz="4000">
                <a:solidFill>
                  <a:schemeClr val="lt1"/>
                </a:solidFill>
              </a:rPr>
              <a:t>Run JMeter in GUI Mode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2cca7c72a7d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6425" y="1926900"/>
            <a:ext cx="6501576" cy="92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2cca7c72a7d_0_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2275" y="3947825"/>
            <a:ext cx="6888201" cy="28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2cca7c72a7d_0_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6413" y="2965562"/>
            <a:ext cx="5923683" cy="92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cca7c72a7d_0_89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Test Plan (測試計畫)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用來描述一個場景設計，使用JMeter進行測試的所有內容都是基於一個測試計劃</a:t>
            </a:r>
            <a:endParaRPr sz="2800"/>
          </a:p>
          <a:p>
            <a:pPr indent="0" lvl="0" marL="4572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Thread Group (執行緒群組)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模擬使用者執行的工作內容</a:t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17" name="Google Shape;217;g2cca7c72a7d_0_89"/>
          <p:cNvSpPr txBox="1"/>
          <p:nvPr>
            <p:ph idx="4294967295" type="title"/>
          </p:nvPr>
        </p:nvSpPr>
        <p:spPr>
          <a:xfrm>
            <a:off x="1312560" y="405000"/>
            <a:ext cx="7686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zh-TW" sz="4000">
                <a:solidFill>
                  <a:srgbClr val="FFFFFF"/>
                </a:solidFill>
              </a:rPr>
              <a:t>簡單認識JMeter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cca7c72a7d_0_94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建立一個 HTTP Request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在 Thread Group 上點右鍵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Add → Sampler → HTTP Request</a:t>
            </a:r>
            <a:endParaRPr sz="2800"/>
          </a:p>
          <a:p>
            <a:pPr indent="0" lvl="0" marL="4572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查看執行結果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在 Thread Group 上點右鍵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Add → Listener → View Results Tree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Add → Listener → Aggregate Report</a:t>
            </a:r>
            <a:endParaRPr sz="2800"/>
          </a:p>
        </p:txBody>
      </p:sp>
      <p:sp>
        <p:nvSpPr>
          <p:cNvPr id="223" name="Google Shape;223;g2cca7c72a7d_0_94"/>
          <p:cNvSpPr txBox="1"/>
          <p:nvPr>
            <p:ph idx="4294967295" type="title"/>
          </p:nvPr>
        </p:nvSpPr>
        <p:spPr>
          <a:xfrm>
            <a:off x="1312560" y="405000"/>
            <a:ext cx="7686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zh-TW" sz="4000">
                <a:solidFill>
                  <a:srgbClr val="FFFFFF"/>
                </a:solidFill>
              </a:rPr>
              <a:t>建立第一個測試腳本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cca7c72a7d_0_99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Thread Properties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Number of Threads (users) (執行緒數量)</a:t>
            </a:r>
            <a:endParaRPr sz="2800"/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zh-TW" sz="2800"/>
              <a:t>Concurrent user 數</a:t>
            </a:r>
            <a:endParaRPr sz="2800"/>
          </a:p>
          <a:p>
            <a:pPr indent="0" lvl="0" marL="9144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1" marL="914400" rtl="0" algn="l">
              <a:spcBef>
                <a:spcPts val="1417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Ramp-up period (seconds) (啟動延遲)</a:t>
            </a:r>
            <a:endParaRPr sz="2800"/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zh-TW" sz="2800"/>
              <a:t>在幾秒內達到所設定的Concurrent user 數</a:t>
            </a:r>
            <a:endParaRPr sz="2800"/>
          </a:p>
          <a:p>
            <a:pPr indent="0" lvl="0" marL="9144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1" marL="914400" rtl="0" algn="l">
              <a:spcBef>
                <a:spcPts val="1417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Loop Count (迴圈次數)</a:t>
            </a:r>
            <a:endParaRPr sz="2800"/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zh-TW" sz="2800"/>
              <a:t>重複整個 Thread Group 內容的次數</a:t>
            </a:r>
            <a:endParaRPr sz="2800"/>
          </a:p>
        </p:txBody>
      </p:sp>
      <p:sp>
        <p:nvSpPr>
          <p:cNvPr id="229" name="Google Shape;229;g2cca7c72a7d_0_99"/>
          <p:cNvSpPr txBox="1"/>
          <p:nvPr>
            <p:ph idx="4294967295" type="title"/>
          </p:nvPr>
        </p:nvSpPr>
        <p:spPr>
          <a:xfrm>
            <a:off x="1312560" y="405000"/>
            <a:ext cx="7686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zh-TW" sz="4000">
                <a:solidFill>
                  <a:srgbClr val="FFFFFF"/>
                </a:solidFill>
              </a:rPr>
              <a:t>建立 Concurrent User 情境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ca7c72a7d_0_104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遇到複雜情境要刻到什麼時候? </a:t>
            </a:r>
            <a:endParaRPr sz="2800"/>
          </a:p>
          <a:p>
            <a:pPr indent="0" lvl="0" marL="4572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使用工具錄製腳本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BlazeMeter - Chrome Extension</a:t>
            </a:r>
            <a:endParaRPr sz="2800"/>
          </a:p>
          <a:p>
            <a:pPr indent="0" lvl="0" marL="9144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lang="zh-TW" sz="2800" u="sng">
                <a:solidFill>
                  <a:schemeClr val="hlink"/>
                </a:solidFill>
                <a:hlinkClick r:id="rId3"/>
              </a:rPr>
              <a:t>https://chrome.google.com/webstore/detail/blazemeter-the-continuous/mbopgmdnpcbohhpnfglgohlbhfongabi?hl=zh-TW</a:t>
            </a:r>
            <a:endParaRPr sz="2800"/>
          </a:p>
          <a:p>
            <a:pPr indent="-406400" lvl="1" marL="914400" rtl="0" algn="l">
              <a:spcBef>
                <a:spcPts val="1417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註冊BlazeMeter帳號</a:t>
            </a:r>
            <a:endParaRPr sz="2800"/>
          </a:p>
          <a:p>
            <a:pPr indent="0" lvl="0" marL="9144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lang="zh-TW" sz="2800" u="sng">
                <a:solidFill>
                  <a:schemeClr val="hlink"/>
                </a:solidFill>
                <a:hlinkClick r:id="rId4"/>
              </a:rPr>
              <a:t>https://www.blazemeter.com/</a:t>
            </a:r>
            <a:endParaRPr sz="2800"/>
          </a:p>
        </p:txBody>
      </p:sp>
      <p:sp>
        <p:nvSpPr>
          <p:cNvPr id="235" name="Google Shape;235;g2cca7c72a7d_0_104"/>
          <p:cNvSpPr txBox="1"/>
          <p:nvPr>
            <p:ph idx="4294967295" type="title"/>
          </p:nvPr>
        </p:nvSpPr>
        <p:spPr>
          <a:xfrm>
            <a:off x="1312560" y="405000"/>
            <a:ext cx="7686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zh-TW" sz="4000">
                <a:solidFill>
                  <a:srgbClr val="FFFFFF"/>
                </a:solidFill>
              </a:rPr>
              <a:t>But ...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cca7c72a7d_0_109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The BlazeMeter Chrome Extension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A free tool to record JMeter and Selenium scripts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support recording JMX, JSON or YML scripts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supports downloading scripts (login required)</a:t>
            </a:r>
            <a:endParaRPr sz="2800"/>
          </a:p>
        </p:txBody>
      </p:sp>
      <p:sp>
        <p:nvSpPr>
          <p:cNvPr id="241" name="Google Shape;241;g2cca7c72a7d_0_109"/>
          <p:cNvSpPr txBox="1"/>
          <p:nvPr>
            <p:ph idx="4294967295" type="title"/>
          </p:nvPr>
        </p:nvSpPr>
        <p:spPr>
          <a:xfrm>
            <a:off x="1312560" y="405000"/>
            <a:ext cx="7686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zh-TW" sz="4000">
                <a:solidFill>
                  <a:srgbClr val="FFFFFF"/>
                </a:solidFill>
              </a:rPr>
              <a:t>Introducing BlazeMeter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cca7c72a7d_0_119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在 TZ_UAT 註冊 50 個前台會員帳號</a:t>
            </a:r>
            <a:endParaRPr sz="2800"/>
          </a:p>
        </p:txBody>
      </p:sp>
      <p:sp>
        <p:nvSpPr>
          <p:cNvPr id="247" name="Google Shape;247;g2cca7c72a7d_0_119"/>
          <p:cNvSpPr txBox="1"/>
          <p:nvPr>
            <p:ph idx="4294967295" type="title"/>
          </p:nvPr>
        </p:nvSpPr>
        <p:spPr>
          <a:xfrm>
            <a:off x="1312560" y="405000"/>
            <a:ext cx="7686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zh-TW" sz="4000">
                <a:solidFill>
                  <a:srgbClr val="FFFFFF"/>
                </a:solidFill>
              </a:rPr>
              <a:t>練習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cca7c72a7d_0_114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spcBef>
                <a:spcPts val="1417"/>
              </a:spcBef>
              <a:spcAft>
                <a:spcPts val="0"/>
              </a:spcAft>
              <a:buSzPts val="2800"/>
              <a:buChar char="●"/>
            </a:pPr>
            <a:r>
              <a:rPr lang="zh-TW" sz="2800"/>
              <a:t>根據要進行的測式標的，調整測試的scripts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參數化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提取回應內容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精簡Sampler</a:t>
            </a:r>
            <a:endParaRPr sz="2800"/>
          </a:p>
        </p:txBody>
      </p:sp>
      <p:sp>
        <p:nvSpPr>
          <p:cNvPr id="253" name="Google Shape;253;g2cca7c72a7d_0_114"/>
          <p:cNvSpPr txBox="1"/>
          <p:nvPr>
            <p:ph idx="4294967295" type="title"/>
          </p:nvPr>
        </p:nvSpPr>
        <p:spPr>
          <a:xfrm>
            <a:off x="1312560" y="405000"/>
            <a:ext cx="7686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zh-TW" sz="4000">
                <a:solidFill>
                  <a:srgbClr val="FFFFFF"/>
                </a:solidFill>
              </a:rPr>
              <a:t>Refine your scripts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/>
          <p:nvPr>
            <p:ph idx="4294967295" type="body"/>
          </p:nvPr>
        </p:nvSpPr>
        <p:spPr>
          <a:xfrm>
            <a:off x="645120" y="1440000"/>
            <a:ext cx="106812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3999" lvl="0" marL="431999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zh-TW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效能測試簡介(</a:t>
            </a:r>
            <a:r>
              <a:rPr lang="zh-TW" sz="2800"/>
              <a:t>三</a:t>
            </a:r>
            <a:r>
              <a:rPr b="0" i="0" lang="zh-TW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zh-TW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如何設計簡單的效能測試情境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2"/>
          <p:cNvSpPr txBox="1"/>
          <p:nvPr>
            <p:ph idx="4294967295" type="title"/>
          </p:nvPr>
        </p:nvSpPr>
        <p:spPr>
          <a:xfrm>
            <a:off x="1312560" y="405000"/>
            <a:ext cx="1747440" cy="63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zh-TW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Next..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2017-08-28T09:19:56Z</dcterms:created>
  <dc:creator>lucy_lin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寬螢幕</vt:lpwstr>
  </property>
  <property fmtid="{D5CDD505-2E9C-101B-9397-08002B2CF9AE}" pid="3" name="Slides">
    <vt:r8>6.0</vt:r8>
  </property>
</Properties>
</file>